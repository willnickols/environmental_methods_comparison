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1"/>
    <p:restoredTop sz="95745"/>
  </p:normalViewPr>
  <p:slideViewPr>
    <p:cSldViewPr snapToGrid="0">
      <p:cViewPr>
        <p:scale>
          <a:sx n="89" d="100"/>
          <a:sy n="89" d="100"/>
        </p:scale>
        <p:origin x="38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90D7-1877-EB1A-2C8A-8554BE473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4A328-6D66-3D71-8156-B9976EDBF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03D3-4C97-A339-0B5A-2E093C982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CE66-6CDA-F1C9-85BB-DEEE2276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B9AEB-1C42-E3EE-4FDD-A3D05995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9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30C25-42D2-2B72-5B22-47B71BC9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FCE4-9926-882A-1548-02578B8AF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71A3B-1C0F-2840-CA8C-9E8879B6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310FF-6201-F76E-402B-5ABBFAE7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DDBA7-F1C3-FFC5-F98C-C65C25B2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12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53C4-2D01-367D-CC16-884C8A7E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43A15-A059-C2A3-C68D-535BBF753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4E887-CC0E-3FEE-ECFA-AD8161217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39A4B-547E-83CA-646D-6429D8487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7564F-91FF-1879-979D-674A2E1A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0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14A49-F237-08C2-2436-8F66077C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418BB-B153-112E-4953-D2ED81A36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83E47-C653-ABD1-0F17-C8C0B884E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22FA8-3C41-C59C-77BC-54AF73C6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F7611-D3C4-58B2-8627-B37771E6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75261-31A7-C70C-953B-0C8A7B64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3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3C6A-BE70-A6B9-80E9-893B92837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740B3-5004-47CB-333C-530EB9BB2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A6838-E13B-150C-2D3E-8B275D5BB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067105-610F-B5E7-DD6D-90AABEE9B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30A1E-268D-8A4E-944F-E384E5196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0147C-6626-ED70-E4E2-99BBA23B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3BA78-4481-5863-CBDB-5EB20AB6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17166-DD92-EA9E-1370-359C8692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8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96F1-77D4-EEB5-D82B-D5E67BB5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34ED2-53F2-CB07-F0B6-820A4A35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F9E6F-AD70-D4F5-DDF7-6A7CB137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3C00C-1570-50BF-7E41-885762A5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9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C3CB1-DCFB-4E3F-53EC-D543CD09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F69AD-D98C-8499-8060-87979CA47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FE951-6BDA-2D9C-071E-F0BCB950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6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9FF88-A8A8-A817-DF8A-8EFF2D89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08FDD-EAC7-4C6A-EC10-AB08EB0A7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C101F-30A8-0CD5-B438-F25804430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B0E39-D7AA-D7A0-D994-88176937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3852E-8B38-D357-7EFD-C0E0D23A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CD58F-619C-969A-9A96-190CFB4B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71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0153-36AB-0AB3-0D24-C2BBA8332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AB11F-C3EA-9438-9860-BFA677960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E157C-3666-C073-392A-6C2F020CD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9C82A-45AE-00CF-49D5-CCAB15C0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8A60E-A9AF-B9D9-7AC8-686099F31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116F0-F9F8-81C1-BD80-6FFAA994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1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146A2-ACFA-581E-0711-8A0B99E3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B2B15-DDC4-8888-9071-A07F4AB63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93347-EC5D-BAC0-FBBB-58042121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0DCDF-88C0-6756-BB84-2E11E0BF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50AD7-C00F-FBAC-F3F6-8DAF03D1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9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67A9C-67D6-8F20-A120-39D28F712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6C9D8-E44B-F613-946F-75510297C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074DA-8075-8527-27B8-FCEE4D00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F9994-9438-82C3-7EF3-74A58886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87FF4-015A-AC74-8EC6-5112A0D3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5BB52-43A5-0CD3-ACE8-7B20C2977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88DF4-89F4-BCA3-E91A-B007C4A87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AC23-50D0-676B-A1F8-582A6FAF5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53F93-8AF6-4C4F-A761-F515E4A24047}" type="datetimeFigureOut">
              <a:rPr lang="en-US" smtClean="0"/>
              <a:t>1/13/23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21D30-D53D-1214-9D4B-851A86C0E0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6356C-CA26-3260-D6FD-4984F8569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3118E-138A-C84A-8C35-95A8822B2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5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574DB2-AC78-BB26-38B2-FD39C352E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74235"/>
              </p:ext>
            </p:extLst>
          </p:nvPr>
        </p:nvGraphicFramePr>
        <p:xfrm>
          <a:off x="2" y="376555"/>
          <a:ext cx="12191998" cy="610489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43048">
                  <a:extLst>
                    <a:ext uri="{9D8B030D-6E8A-4147-A177-3AD203B41FA5}">
                      <a16:colId xmlns:a16="http://schemas.microsoft.com/office/drawing/2014/main" val="220313470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422008364"/>
                    </a:ext>
                  </a:extLst>
                </a:gridCol>
                <a:gridCol w="1414463">
                  <a:extLst>
                    <a:ext uri="{9D8B030D-6E8A-4147-A177-3AD203B41FA5}">
                      <a16:colId xmlns:a16="http://schemas.microsoft.com/office/drawing/2014/main" val="2985277811"/>
                    </a:ext>
                  </a:extLst>
                </a:gridCol>
                <a:gridCol w="1157287">
                  <a:extLst>
                    <a:ext uri="{9D8B030D-6E8A-4147-A177-3AD203B41FA5}">
                      <a16:colId xmlns:a16="http://schemas.microsoft.com/office/drawing/2014/main" val="2932489847"/>
                    </a:ext>
                  </a:extLst>
                </a:gridCol>
                <a:gridCol w="871538">
                  <a:extLst>
                    <a:ext uri="{9D8B030D-6E8A-4147-A177-3AD203B41FA5}">
                      <a16:colId xmlns:a16="http://schemas.microsoft.com/office/drawing/2014/main" val="392994218"/>
                    </a:ext>
                  </a:extLst>
                </a:gridCol>
                <a:gridCol w="1385887">
                  <a:extLst>
                    <a:ext uri="{9D8B030D-6E8A-4147-A177-3AD203B41FA5}">
                      <a16:colId xmlns:a16="http://schemas.microsoft.com/office/drawing/2014/main" val="2876902019"/>
                    </a:ext>
                  </a:extLst>
                </a:gridCol>
                <a:gridCol w="1443040">
                  <a:extLst>
                    <a:ext uri="{9D8B030D-6E8A-4147-A177-3AD203B41FA5}">
                      <a16:colId xmlns:a16="http://schemas.microsoft.com/office/drawing/2014/main" val="530907113"/>
                    </a:ext>
                  </a:extLst>
                </a:gridCol>
                <a:gridCol w="1271587">
                  <a:extLst>
                    <a:ext uri="{9D8B030D-6E8A-4147-A177-3AD203B41FA5}">
                      <a16:colId xmlns:a16="http://schemas.microsoft.com/office/drawing/2014/main" val="933990232"/>
                    </a:ext>
                  </a:extLst>
                </a:gridCol>
                <a:gridCol w="1390648">
                  <a:extLst>
                    <a:ext uri="{9D8B030D-6E8A-4147-A177-3AD203B41FA5}">
                      <a16:colId xmlns:a16="http://schemas.microsoft.com/office/drawing/2014/main" val="2075212112"/>
                    </a:ext>
                  </a:extLst>
                </a:gridCol>
              </a:tblGrid>
              <a:tr h="2793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Dataset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PMID, Project ID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Location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Number of samples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Pairing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Raw reads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Mean raw reads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Cleaned reads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Mean cleaned reads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2543817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Acid Mine Runoff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32785287, PRJNA540505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Vermont, USA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17,315,932-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50,824,640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31,545,991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12,488,692-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45,175,062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25,827,286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85882170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Cat Gut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35467389, PRJNA758898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Auburn, AL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54,533,852-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252,204,562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112,935,059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23,611,710-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244,088,713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94,766,490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3846781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Coastal Sediment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28793929, PRJNA322450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Baltic Sea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6,476,510-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10,117,920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7,831,218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4,206,042-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6,573,201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5,301,153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2209552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Dog Gut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32303546, PRJEB34360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Leicestershire, UK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16,558,694-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125,066,282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86,092,539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14,387,659-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111,409,761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74,846,433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91963561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North American Forest Soils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30258172, PRJEB12502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North America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1,057,594-</a:t>
                      </a:r>
                    </a:p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390,062,486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78,371,093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401,303-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358,421,172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68,668,864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8732834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Gator Nest Soil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32424717, PRJNA554694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Southern USA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Single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2,410,326-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55,609,126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9,590,638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1,476,312-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52,272,136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8,897,005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52526540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HMP2 Human Controls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31142855, PRJNA398089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4,827,544-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42,083,960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25,853,526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4,827,544-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42,083,960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25,853,526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3579920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Salt Marsh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35477286,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PRJEB42019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MA, USA / Huelva, Spain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593,676-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150,598,352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13,876,036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277,034-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70,852,992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6,494,136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6878346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Tara Polar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35169264, PRJEB9740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Artic oceans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263,756,272-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482,084,694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348,900,477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234,662,116-424,682,983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302,955,853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63429312"/>
                  </a:ext>
                </a:extLst>
              </a:tr>
              <a:tr h="2793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Wild Animal Guts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35477286,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PRJEB42019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 &amp; Malawi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Paired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4,034,736-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125,505,304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40,264,659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1,874,146-</a:t>
                      </a:r>
                    </a:p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58,570,825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18,432,025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35556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187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183</Words>
  <Application>Microsoft Macintosh PowerPoint</Application>
  <PresentationFormat>Widescreen</PresentationFormat>
  <Paragraphs>118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Nickols</dc:creator>
  <cp:lastModifiedBy>William Nickols</cp:lastModifiedBy>
  <cp:revision>1</cp:revision>
  <dcterms:created xsi:type="dcterms:W3CDTF">2023-01-14T02:17:42Z</dcterms:created>
  <dcterms:modified xsi:type="dcterms:W3CDTF">2023-01-14T04:34:59Z</dcterms:modified>
</cp:coreProperties>
</file>